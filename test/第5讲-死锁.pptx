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第 5 讲 死锁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本讲目标：理解死锁成因、掌握处理策略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重点：四个必要条件、银行家算法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什么是死锁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死锁的定义：多个进程因竞争资源而造成的一种互相等待的僵局，若无外力作用，这些进程都无法再向前推进。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死锁的四个必要条件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互斥条件：资源一次只能被一个进程使用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请求和保持：进程保持已有资源又申请新资源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不可剥夺：已分配资源不能被强行夺走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循环等待：存在进程-资源的环形等待链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条件之间的关系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四个条件缺一不可，循环等待是前三个条件的必然结果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破坏任意一个即可预防死锁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处理死锁的策略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处理死锁的四种策略：预防死锁、避免死锁、检测死锁与解除死锁。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预防死锁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预防死锁通过破坏四个必要条件之一实现：一次性申请全部资源（破坏请求保持）、资源可剥夺（破坏不可剥夺）、资源顺序分配（破坏循环等待）。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避免死锁：安全状态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安全序列：系统能按该顺序为每个进程分配资源直到完成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安全状态一定无死锁，不安全状态可能死锁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银行家算法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避免死锁的经典算法是银行家算法：在进程申请资源时，先试探性分配，再检查系统是否处于安全状态；若找不到安全序列则拒绝分配。安全状态指系统能按某种顺序为每个进程分配所需资源直至完成。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数据结构：Available / Max / Allocation / Need 矩阵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银行家算法示例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进程 P1 申请资源时先试探分配，再求安全序列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找到安全序列则真正分配，否则 P1 等待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死锁检测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死锁定理：系统状态图完全化简则无死锁；不能化简的进程集合即死锁进程。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死锁解除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解除死锁的方法：资源剥夺、撤销进程。选择牺牲进程时考虑优先级、已运行时间、已用资源量等因素。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42D"/>
                </a:solidFill>
              </a:rPr>
              <a:t>本讲小结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四个必要条件与四种策略要能一一对应</a:t>
            </a:r>
            <a:endParaRPr lang="en-US" sz="15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500" dirty="0">
                <a:solidFill>
                  <a:srgbClr val="5D6170"/>
                </a:solidFill>
              </a:rPr>
              <a:t>银行家算法需手工演算：期末必考大题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2026-10-24T06:18:24Z</dcterms:created>
  <dcterms:modified xsi:type="dcterms:W3CDTF">2026-10-24T06:18:24Z</dcterms:modified>
</cp:coreProperties>
</file>