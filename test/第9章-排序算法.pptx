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第 9 章 排序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排序的两大指标：时间与稳定性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本章要求：手写插入/快排/归并/堆排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排序概览（要点）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为什么要学排序：工程中使用频率最高的算法族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排序概览（展开）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评价指标：时间复杂度、空间复杂度、稳定性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插入排序（要点）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直接插入：把第 i 个元素插入前面有序区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插入排序（展开）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折半插入：用二分找位置，减少比较但不减移动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希尔排序：增量分组，最后一趟增量为 1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交换排序（要点）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冒泡排序：相邻比较交换，一趟定一个最大值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交换排序（展开）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快速排序：划分思想，平均 O(n log n) 最快之一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选择排序（要点）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简单选择：每趟选最小放前面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选择排序（展开）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堆排序：大顶堆 + 下沉调整，空间 O(1)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归并排序（要点）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二路归并：分治到最小再合并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归并排序（展开）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稳定且性能稳定，外排序的基础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基数排序（要点）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多关键字排序：按位分配收集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基数排序（展开）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时间 O(d(n+r))，适合整数/字符串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对比总结（要点）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稳定：插入、冒泡、归并、基数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对比总结（展开）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不稳定：选择、希尔、快排、堆排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n&lt;50 插入；求稳定归并；省内存堆排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课后作业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手工模拟快排一趟划分（期末必考）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证明归并最坏比较次数 n⌈log n⌉ - 2^⌈log n⌉ + 1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2026-10-24T07:50:57Z</dcterms:created>
  <dcterms:modified xsi:type="dcterms:W3CDTF">2026-10-24T07:50:57Z</dcterms:modified>
</cp:coreProperties>
</file>